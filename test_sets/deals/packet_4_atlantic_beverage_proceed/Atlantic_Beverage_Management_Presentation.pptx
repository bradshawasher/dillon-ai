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Atlantic Beverage &amp; Bottling Corp</a:t>
            </a:r>
          </a:p>
          <a:p>
            <a:pPr>
              <a:defRPr sz="1500">
                <a:solidFill>
                  <a:srgbClr val="BFDBFE"/>
                </a:solidFill>
              </a:defRPr>
            </a:pPr>
            <a:r>
              <a:t>Confidential Management Presentation — M&amp;A Due Diligence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Executive Summary: Premier Regional DSD Bottler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•  Founded in 2010; scaled to $18.5M revenue and $3.65M audited EBITDA across Mid-Atlantic markets.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•  Specialized in high-velocity Direct-Store-Delivery (DSD) to 142 supermarkets, convenience chains, and dining accounts.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•  5-year revenue CAGR of 11.9% with rock-solid 48.0% gross margin stability.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Operational Infrastructure &amp; Bottling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•  45,000 sq ft modern climate-controlled warehouse featuring 12 loading docks and 2,400 pallet positions.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•  Automated Krones 600-BPM bottling and canning line installed in 2022 (OEM maintained).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•  Fleet of 22 Freightliner refrigerated trucks providing 99.4% on-time delivery across 14 weekly routes.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Customer Diversification &amp; Channel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•  Zero single-customer concentration risk: Largest client (ShopRite) represents only 11.5% of revenue.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•  Top 5 accounts represent only 43.5% of total sales with average contract tenure exceeding 8.5 years.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•  DSD route density drives high barrier-to-entry against national competitors.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Historical Financial &amp; Margin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•  Revenue expanded from $11.8M (2021) to $18.5M (2025) with zero customer churn among Tier-1 accounts.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•  Normalized EBITDA expanded to $3.65M (19.7% margin) with &gt;80% free cash flow conversion.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•  Clean balance sheet with $1.45M cash, low debt (&lt;0.5x leverage), and 27.9 DSO.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Expansion Roadmap &amp; Organic Growth Levers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•  Immediate opportunity to expand high-margin contract packing for functional beverages (+15% margin premium).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•  Krones bottling line operates at 65% capacity — ready to absorb $10M+ in additional volume without new CapEx.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•  Geographic bolt-on expansion into South Jersey and Northern Maryland route clusters.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